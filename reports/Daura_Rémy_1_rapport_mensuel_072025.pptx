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75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18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40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83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37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73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50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400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713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462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376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798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705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308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134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741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1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D5257AE-FEEB-4BA5-9076-869532C154FA}" type="datetimeFigureOut">
              <a:rPr lang="fr-FR" smtClean="0"/>
              <a:t>11/08/2025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D305D-3306-4BF4-BB29-E765A21DD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562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FA93CCC7-5E0D-F334-14D1-229DC94E5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58" y="838986"/>
            <a:ext cx="8349016" cy="472362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8153964-BF9E-78E3-A64D-1EBDBB0FA7F8}"/>
              </a:ext>
            </a:extLst>
          </p:cNvPr>
          <p:cNvSpPr txBox="1"/>
          <p:nvPr/>
        </p:nvSpPr>
        <p:spPr>
          <a:xfrm>
            <a:off x="573458" y="4010"/>
            <a:ext cx="8349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Évolution du Chiffre d'Affaires et du Nombre de Ventes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FB0C00F7-A3DB-2FC6-CF9D-652648A22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5281" y="1704890"/>
            <a:ext cx="322045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Tendance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Forte croissance du nombre de ventes et croissance plus modérée du chiffre d'affaires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Constat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chiffre d'affaires stagne sur la fin de la période, malgré l'augmentation des ventes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panier moyen a probablement baissé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57D205E-474B-3960-D649-FCA9C9B2CE22}"/>
              </a:ext>
            </a:extLst>
          </p:cNvPr>
          <p:cNvSpPr txBox="1"/>
          <p:nvPr/>
        </p:nvSpPr>
        <p:spPr>
          <a:xfrm>
            <a:off x="992172" y="5657671"/>
            <a:ext cx="6094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Chiffre d'affaires</a:t>
            </a: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Nombre d'achats des clients</a:t>
            </a: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L’évolution du chiffre d’affaires dans les prochains mois</a:t>
            </a:r>
          </a:p>
          <a:p>
            <a:pPr marL="285750" indent="-285750">
              <a:buFontTx/>
              <a:buChar char="-"/>
            </a:pPr>
            <a:endParaRPr lang="fr-FR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954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5A8FAA0-0E0E-970D-4D63-566CB69F6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05" y="772998"/>
            <a:ext cx="8799814" cy="503688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39F0EB5-2662-A797-11C7-67A0AD6DCE3C}"/>
              </a:ext>
            </a:extLst>
          </p:cNvPr>
          <p:cNvSpPr txBox="1"/>
          <p:nvPr/>
        </p:nvSpPr>
        <p:spPr>
          <a:xfrm>
            <a:off x="2066193" y="18854"/>
            <a:ext cx="5016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Évolution du Taux de Conversion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906136E-D44C-074D-CC2F-CE4203C9A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7440" y="1366615"/>
            <a:ext cx="302600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Tendance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Baisse continue du taux de conversion, atteignant son point le plus bas en février 2020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Constat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faut plus de visiteurs qu'auparavant pour générer une vente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y a peut-être un problème de parcours utilisateur ou d'adéquation entre le trafic et l'offre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06465B9-DB3D-236B-BB12-97F6EABC358E}"/>
              </a:ext>
            </a:extLst>
          </p:cNvPr>
          <p:cNvSpPr txBox="1"/>
          <p:nvPr/>
        </p:nvSpPr>
        <p:spPr>
          <a:xfrm>
            <a:off x="930897" y="5927689"/>
            <a:ext cx="80434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Ratio (nombre d’achats des clients)/(nombre de visites) au cours du temps</a:t>
            </a: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Nombre de visites sur le site web au cours du temps</a:t>
            </a:r>
          </a:p>
          <a:p>
            <a:pPr marL="285750" indent="-285750">
              <a:buFontTx/>
              <a:buChar char="-"/>
            </a:pPr>
            <a:endParaRPr lang="fr-FR" b="1" i="1" dirty="0">
              <a:solidFill>
                <a:srgbClr val="FF0000"/>
              </a:solidFill>
            </a:endParaRPr>
          </a:p>
          <a:p>
            <a:endParaRPr lang="fr-FR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3603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1D8BDE-E76B-F717-EBB2-D8A741C31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51" y="697726"/>
            <a:ext cx="8559538" cy="510918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ACB0EDA-CAB1-DBB8-A494-28F89DBF021D}"/>
              </a:ext>
            </a:extLst>
          </p:cNvPr>
          <p:cNvSpPr txBox="1"/>
          <p:nvPr/>
        </p:nvSpPr>
        <p:spPr>
          <a:xfrm>
            <a:off x="472191" y="5810"/>
            <a:ext cx="8721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Montant du Panier en fonction du Temps Passé sur le Site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BC6DBF-417F-51BD-45BB-AA60DC7F1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489" y="1648328"/>
            <a:ext cx="288711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Tendance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Corrélation positive entre le temps passé sur le site et le montant du panier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Constat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sessions plus longues génèrent des paniers plus élevés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Encourager l'exploration du site pourrait augmenter le chiffre d'affaires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213011F-D499-C508-FEC9-EA14163F1004}"/>
              </a:ext>
            </a:extLst>
          </p:cNvPr>
          <p:cNvSpPr txBox="1"/>
          <p:nvPr/>
        </p:nvSpPr>
        <p:spPr>
          <a:xfrm>
            <a:off x="1496505" y="5975608"/>
            <a:ext cx="6836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- Le montant des achats des clients (montant du panier)</a:t>
            </a:r>
          </a:p>
        </p:txBody>
      </p:sp>
    </p:spTree>
    <p:extLst>
      <p:ext uri="{BB962C8B-B14F-4D97-AF65-F5344CB8AC3E}">
        <p14:creationId xmlns:p14="http://schemas.microsoft.com/office/powerpoint/2010/main" val="369336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F443DA2-98C7-C246-5727-3FAED2C33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99" y="625215"/>
            <a:ext cx="7524545" cy="520997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C442D6E-97C8-0B46-B77B-257CF3312C63}"/>
              </a:ext>
            </a:extLst>
          </p:cNvPr>
          <p:cNvSpPr txBox="1"/>
          <p:nvPr/>
        </p:nvSpPr>
        <p:spPr>
          <a:xfrm>
            <a:off x="1075265" y="0"/>
            <a:ext cx="6736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Évolution du Chiffre d'Affaires par Catégorie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3CC7697-7008-F28D-EC21-CE02995F5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344" y="1568462"/>
            <a:ext cx="379910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Tendance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Disparition de la catégorie "high-tech" à partir de septembre 2019 et forte croissance des catégories "nourriture" et "biens de conso</a:t>
            </a:r>
            <a:r>
              <a:rPr lang="fr-FR" altLang="fr-FR" dirty="0">
                <a:latin typeface="Arial" panose="020B0604020202020204" pitchFamily="34" charset="0"/>
              </a:rPr>
              <a:t>"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Constat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croissance des nouvelles catégories a compensé la perte de la "high-tech". La "nourriture" est devenue le segment dominant en fin de période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nouvelle stratégie est en train de prendre le relais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E988C33-9370-BA0B-18EB-38FA4B89FD92}"/>
              </a:ext>
            </a:extLst>
          </p:cNvPr>
          <p:cNvSpPr txBox="1"/>
          <p:nvPr/>
        </p:nvSpPr>
        <p:spPr>
          <a:xfrm>
            <a:off x="1075265" y="5934670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La proportion des ventes par catégorie de produit</a:t>
            </a: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L’évolution du chiffre d’affaires dans les prochains mois</a:t>
            </a:r>
          </a:p>
          <a:p>
            <a:pPr marL="285750" indent="-285750">
              <a:buFontTx/>
              <a:buChar char="-"/>
            </a:pPr>
            <a:endParaRPr lang="fr-FR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32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D968F26-DBB0-8E73-4FF8-1DD00AEE3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63" y="904973"/>
            <a:ext cx="7956223" cy="463813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69DFBBF-7BB8-4FBE-94DA-D1C0453F4379}"/>
              </a:ext>
            </a:extLst>
          </p:cNvPr>
          <p:cNvSpPr txBox="1"/>
          <p:nvPr/>
        </p:nvSpPr>
        <p:spPr>
          <a:xfrm>
            <a:off x="130901" y="41950"/>
            <a:ext cx="84097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Distribution du Temps Passé sur le Site pour les Sessions d'Achat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04466A0-7BC4-8B67-2D77-A558A542D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4186" y="1816583"/>
            <a:ext cx="362931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Tendance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temps médian d'achat est stable, mais la variabilité augmente à partir de fin 2019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Constat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y a de plus en plus de sessions d'achats soit très courtes, soit très longues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Certains clients achètent vite, d'autres prennent beaucoup plus de temps pour se décider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2764533-3997-968F-E6B7-5DA2F9D529E0}"/>
              </a:ext>
            </a:extLst>
          </p:cNvPr>
          <p:cNvSpPr txBox="1"/>
          <p:nvPr/>
        </p:nvSpPr>
        <p:spPr>
          <a:xfrm>
            <a:off x="1237268" y="5615720"/>
            <a:ext cx="67755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La variabilité du temps passé par les visiteurs sur le site web (pour les sessions ayant abouti à un achat)</a:t>
            </a: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FF0000"/>
                </a:solidFill>
              </a:rPr>
              <a:t>Le temps passé par les visiteurs sur le site web (pour les sessions ayant abouti à un achat) :</a:t>
            </a:r>
          </a:p>
        </p:txBody>
      </p:sp>
    </p:spTree>
    <p:extLst>
      <p:ext uri="{BB962C8B-B14F-4D97-AF65-F5344CB8AC3E}">
        <p14:creationId xmlns:p14="http://schemas.microsoft.com/office/powerpoint/2010/main" val="2999797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880</TotalTime>
  <Words>401</Words>
  <Application>Microsoft Office PowerPoint</Application>
  <PresentationFormat>Grand écran</PresentationFormat>
  <Paragraphs>40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remy daura</dc:creator>
  <cp:lastModifiedBy>remy daura</cp:lastModifiedBy>
  <cp:revision>8</cp:revision>
  <dcterms:created xsi:type="dcterms:W3CDTF">2025-07-25T06:53:51Z</dcterms:created>
  <dcterms:modified xsi:type="dcterms:W3CDTF">2025-08-11T15:04:33Z</dcterms:modified>
</cp:coreProperties>
</file>